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09728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AI探索笔记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个人博客网站介绍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基于 Hexo + Vue3 的现代化博客架构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37160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Hexo 8.1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291840"/>
            <a:ext cx="137160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Vue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3291840"/>
            <a:ext cx="137160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Vite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291840"/>
            <a:ext cx="137160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GitHub Pages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lqy978599280.github.io/my-blog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博客定位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AI探索笔记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是一本关于 AI 工具使用、学习和技术实践的个人博客。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记录从零开始探索 AI 世界的每一步，包括大模型应用、智能助手开发、自动化工具链搭建等实践经验。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3200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技术栈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1965960"/>
            <a:ext cx="137160" cy="1371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Hexo 8.1.2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静态博客生成器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423160"/>
            <a:ext cx="137160" cy="1371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交互式组件框架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880360"/>
            <a:ext cx="137160" cy="1371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前端构建工具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337560"/>
            <a:ext cx="137160" cy="1371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Pages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免费托管部署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3794760"/>
            <a:ext cx="137160" cy="13716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pnpm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高效包管理器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核心功能：AI 智能助手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0292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集成小米 mimo 大模型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功能特点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基于小米 mimo 大模型构建的 AI 聊天组件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嵌入博客页面底部，随时唤起对话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支持上下文理解的多轮对话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可回答博客内容相关问题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Vue 3 组件化开发，易于扩展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292608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组件架构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011680" cy="41148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AiChat.vue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331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2011680" cy="41148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mimo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2971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2011680" cy="41148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对话管理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3611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2011680" cy="41148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UI 渲染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核心功能：搜索与动画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57200" cy="457200"/>
          </a:xfrm>
          <a:prstGeom prst="oval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全文搜索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基于 hexo-generator-searchdb 实现，支持文章标题、内容、标签的全文检索，毫秒级响应。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417320"/>
            <a:ext cx="457200" cy="457200"/>
          </a:xfrm>
          <a:prstGeom prst="oval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粒子动画背景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18745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ParticleCanvas.vue 组件为网站 Header 区域添加动态粒子效果，增强视觉吸引力。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54864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1417320"/>
            <a:ext cx="457200" cy="457200"/>
          </a:xfrm>
          <a:prstGeom prst="oval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滚动揭示动画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87452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useScrollReveal.js 组合式函数为页面内容添加入场动画，提升用户体验。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371600"/>
            <a:ext cx="594360" cy="594360"/>
          </a:xfrm>
          <a:prstGeom prst="oval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内容编写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Markdown 文章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Hexo 配置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594360" cy="594360"/>
          </a:xfrm>
          <a:prstGeom prst="oval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组件编译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Vite 编译 Vue 3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生成 IIFE Bundle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1371600"/>
            <a:ext cx="594360" cy="594360"/>
          </a:xfrm>
          <a:prstGeom prst="oval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静态生成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Hexo 生成 HTML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脚本注入组件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43800" y="1371600"/>
            <a:ext cx="594360" cy="594360"/>
          </a:xfrm>
          <a:prstGeom prst="oval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部署上线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GitHub Pages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自动构建部署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93192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931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核心流程：pnpm build:widgets → Vite 编译 Vue 组件 → Hexo generate → inject-custom.js 注入 → GitHub Pages 部署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博客文章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822960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AI 实践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聊天机器人实践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记录集成小米 mimo 大模型、构建 AI 聊天组件的完整开发过程。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5740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40280"/>
            <a:ext cx="82296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0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工具链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OpenSpec 学习经验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441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分享使用 OpenSpec 规范管理项目变更、提升协作效率的实践经验。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08960"/>
            <a:ext cx="822960" cy="32004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08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AI 工具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Skill 实战指南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3310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探索 Claude Code Skill 系统，实战演示如何创建和使用自定义技能。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77640"/>
            <a:ext cx="822960" cy="32004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776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入门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3736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Hello World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37360" y="41788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博客的第一篇文章，记录博客搭建的起点。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项目总结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Hexo + Vue 3 的混合架构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AI 智能助手集成实践经验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自动化构建与部署流程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组件化、可扩展的前端架构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3200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未来规划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引入更多 AI 模型支持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添加评论与互动系统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优化 SEO 与性能表现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探索更多 AI 工具集成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访问博客：lqy978599280.github.io/my-blog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AI探索笔记 - 个人博客网站介绍</dc:title>
  <dc:subject>PptxGenJS Presentation</dc:subject>
  <dc:creator>liqingyun</dc:creator>
  <cp:lastModifiedBy>liqingyun</cp:lastModifiedBy>
  <cp:revision>1</cp:revision>
  <dcterms:created xsi:type="dcterms:W3CDTF">2026-05-25T06:33:57Z</dcterms:created>
  <dcterms:modified xsi:type="dcterms:W3CDTF">2026-05-25T06:33:57Z</dcterms:modified>
</cp:coreProperties>
</file>